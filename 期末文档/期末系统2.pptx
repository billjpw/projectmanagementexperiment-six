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88952" cy="1371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37160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茶铺管理系统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Shop Management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uni-app + Vuex 的智慧茶铺解决方案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软件项目管理 · 期末项目展示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F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5120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F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任务看板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5120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FE6E9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5120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F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5120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F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&amp; PAIN 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手工记录低效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依赖纸质或Excel记录，数据分散难以汇总，人工统计耗时且易出错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数据不透明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老板与店长无法实时掌握项目进展、任务完成率、营收趋势等关键指标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协作流程混乱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采购、研发、运营各环节脱节，缺乏统一的任务流转和状态追踪机制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18288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8116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库存管控薄弱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29260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原料库存无预警机制，常出现断货或积压过期，影响门店运营效率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移动端小程序随时随地管理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5440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可视化图表辅助决策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5440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标准化任务流转与角色协作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81160" y="5440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智能库存预警与趋势预测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技术栈与架构设计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 &amp;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uni-app (Vue 2)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小程序原生组件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828800"/>
            <a:ext cx="54864" cy="155448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Vuex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 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828800"/>
            <a:ext cx="54864" cy="155448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 API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自定义图表组件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155448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认证鉴权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角色登录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657600"/>
            <a:ext cx="54864" cy="155448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Mock数据服务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可切换真实API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36576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3657600"/>
            <a:ext cx="54864" cy="1554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HBuilderX IDE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微信开发者工具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首页仪表盘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DASHBOARD — 数据一目了然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72626" y="1248432"/>
            <a:ext cx="15066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首页界面截图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033223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78943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98983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根据时段显示个性化问候语，天气图标动态切换，增强用户亲和力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5176223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5221943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核心指标卡片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541983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四色图标卡片展示项目/任务/成员/完成率，关键数据一屏掌握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8825" y="4033223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1705" y="4078943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快捷入口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1705" y="4398983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六宫格快捷导航（新品研发/活动策划/设备维护/原料库存/数据报表/任务看板）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8825" y="5176223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1705" y="5221943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逾期预警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1705" y="5541983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红色预警卡片标记逾期未结项目，支持一键跳转处理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9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B644591-3451-71AA-3C78-4FCB4319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431" y="133478"/>
            <a:ext cx="6741399" cy="3702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项目管理与任务看板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&amp; TASK KANBAN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支持项目创建、编辑、状态流转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优先级标签（高/中/低）与类型徽章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进度条可视化展示完成百分比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按状态筛选（进行中/已完成/全部）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逾期自动检测与红色预警提示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项目详情页查看成员与任务列表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任务看板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5352ED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22860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5352ED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22860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5352ED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424160" y="22860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5352ED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2286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288036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四列看板对应完整任务生命周期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338328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卡片拖动切换状态（视觉反馈）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388620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每列显示任务计数徽章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438912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优先级色彩编码（红色左边框）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3680" y="489204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响应式卡片缩放动画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0" y="539496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支持按项目筛选与快速编辑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多模态数据可视化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MULTI-MODAL CHARTS — 四维图表分析引擎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 · Line Chart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月度营收与任务完成趋势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双数据集叠加展示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渐变填充 + 数据点标记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 · Pie Chart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377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任务状态分布环形图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触控高亮 + 百分比标注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图例联动交互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160520"/>
            <a:ext cx="5486400" cy="54864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 · Bar Chart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团队成员任务量对比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圆角渐变柱形 + 数值标签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触控选中高亮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160520"/>
            <a:ext cx="5486400" cy="54864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3232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 · Radar Chart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团队六维能力评估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执行力/专业度/沟通力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创新力/协作力/责任心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FF9F43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9F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技术亮点：全部基于 Canvas 2D API 原生绘制，零第三方依赖，支持触摸交互，适配微信小程序环境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业务功能模块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新品研发管理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研发项目全流程追踪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03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配方版本迭代管理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研发-采购联动物料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82880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🎉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2044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活动策划执行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1089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活动项目立项审批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703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703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任务分配与进度追踪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429768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297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活动效果复盘总结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设备维护管理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31089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1089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设备台账与巡检计划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703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703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维修工单流转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429768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297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维护日历与提醒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1828800"/>
            <a:ext cx="2697480" cy="32004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98280" y="19202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928116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原料库存管理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81160" y="310896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37" name="Text 35"/>
          <p:cNvSpPr/>
          <p:nvPr/>
        </p:nvSpPr>
        <p:spPr>
          <a:xfrm>
            <a:off x="9418320" y="31089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多品类库存实时查看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81160" y="37033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9418320" y="3703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库存不足脉冲动画预警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81160" y="429768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9418320" y="4297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出入库记录与趋势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数据架构与状态管理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ARCHITECTURE &amp; STATE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Vuex 模块化状态管理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2402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5352ED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5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用户登录状态、角色信息、Token管理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803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5352ED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80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5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880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项目CRUD、状态流转、成员分配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5204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5352ED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5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任务看板、拖拽排序、状态更新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16052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5352ED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60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5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原料库存、出入库记录、预警阈值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8006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5352ED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00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52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4800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统计数据聚合、图表数据处理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数据服务层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219456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3317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项目数据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552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覆盖进行中/已完成/逾期状态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285292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任务数据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55280" y="2852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20条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0" y="28529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四列看板完整流转链路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374136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374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337413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0" y="33741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3种角色（老板/店长/员工）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3895344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8953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月度趋势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38953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69680" y="3895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营收与任务完成历史曲线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4416552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44165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44165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6维度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69680" y="44165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执行力/专业度/沟通力/创新力/协作力/责任心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49377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库存数据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10种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86968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茶叶/奶制品/糖浆/配料分类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测试与项目评审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TESTING &amp; PROJECT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5352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965960"/>
            <a:ext cx="2743200" cy="228600"/>
          </a:xfrm>
          <a:prstGeom prst="roundRect">
            <a:avLst>
              <a:gd name="adj" fmla="val 48000"/>
            </a:avLst>
          </a:prstGeom>
          <a:solidFill>
            <a:srgbClr val="DFE6E9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1965960"/>
            <a:ext cx="2606040" cy="228600"/>
          </a:xfrm>
          <a:prstGeom prst="roundRect">
            <a:avLst>
              <a:gd name="adj" fmla="val 48000"/>
            </a:avLst>
          </a:prstGeom>
          <a:solidFill>
            <a:srgbClr val="2ED57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UI适配测试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560320"/>
            <a:ext cx="2743200" cy="228600"/>
          </a:xfrm>
          <a:prstGeom prst="roundRect">
            <a:avLst>
              <a:gd name="adj" fmla="val 48000"/>
            </a:avLst>
          </a:prstGeom>
          <a:solidFill>
            <a:srgbClr val="DFE6E9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2560320"/>
            <a:ext cx="2468880" cy="228600"/>
          </a:xfrm>
          <a:prstGeom prst="roundRect">
            <a:avLst>
              <a:gd name="adj" fmla="val 48000"/>
            </a:avLst>
          </a:prstGeom>
          <a:solidFill>
            <a:srgbClr val="5352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4231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5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数据流测试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154680"/>
            <a:ext cx="2743200" cy="228600"/>
          </a:xfrm>
          <a:prstGeom prst="roundRect">
            <a:avLst>
              <a:gd name="adj" fmla="val 48000"/>
            </a:avLst>
          </a:prstGeom>
          <a:solidFill>
            <a:srgbClr val="DFE6E9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3154680"/>
            <a:ext cx="2414016" cy="228600"/>
          </a:xfrm>
          <a:prstGeom prst="roundRect">
            <a:avLst>
              <a:gd name="adj" fmla="val 48000"/>
            </a:avLst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3749040"/>
            <a:ext cx="2743200" cy="228600"/>
          </a:xfrm>
          <a:prstGeom prst="roundRect">
            <a:avLst>
              <a:gd name="adj" fmla="val 48000"/>
            </a:avLst>
          </a:prstGeom>
          <a:solidFill>
            <a:srgbClr val="DFE6E9"/>
          </a:solidFill>
          <a:ln/>
        </p:spPr>
      </p:sp>
      <p:sp>
        <p:nvSpPr>
          <p:cNvPr id="24" name="Shape 22"/>
          <p:cNvSpPr/>
          <p:nvPr/>
        </p:nvSpPr>
        <p:spPr>
          <a:xfrm>
            <a:off x="2560320" y="3749040"/>
            <a:ext cx="2331720" cy="228600"/>
          </a:xfrm>
          <a:prstGeom prst="roundRect">
            <a:avLst>
              <a:gd name="adj" fmla="val 48000"/>
            </a:avLst>
          </a:prstGeom>
          <a:solidFill>
            <a:srgbClr val="FF9F4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611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兼容性测试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4343400"/>
            <a:ext cx="2743200" cy="228600"/>
          </a:xfrm>
          <a:prstGeom prst="roundRect">
            <a:avLst>
              <a:gd name="adj" fmla="val 48000"/>
            </a:avLst>
          </a:prstGeom>
          <a:solidFill>
            <a:srgbClr val="DFE6E9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0" y="4343400"/>
            <a:ext cx="2523744" cy="228600"/>
          </a:xfrm>
          <a:prstGeom prst="roundRect">
            <a:avLst>
              <a:gd name="adj" fmla="val 48000"/>
            </a:avLst>
          </a:prstGeom>
          <a:solidFill>
            <a:srgbClr val="7B68E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06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43600" y="228600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94360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4360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自定义图表组件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32520" y="228600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73252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73252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73252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业务模块页面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74904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0" y="3794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943600" y="4206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943600" y="4572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任务流程覆盖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32520" y="374904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732520" y="3794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732520" y="4206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732520" y="4572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多维数据维度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DFE6E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731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1554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2286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茶铺管理系统 · 让每一杯茶都有数据支撑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429768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Agile 敏捷开发，12周迭代3个Sprint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470916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实现完整的茶铺项目-任务-库存管理闭环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512064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四类Canvas 2D图表满足多维度数据可视化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553212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440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模块化架构设计，支持快速扩展新业务模块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5943600"/>
            <a:ext cx="137160" cy="1371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852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Mock数据层与真实API无缝切换能力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429768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对接真实后端API，接入真实业务数据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470916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增加更多图表类型（散点图/热力图等）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512064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引入消息推送，实时通知任务状态变更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553212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多语言支持，拓展海外茶饮市场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5943600"/>
            <a:ext cx="137160" cy="137160"/>
          </a:xfrm>
          <a:prstGeom prst="ellipse">
            <a:avLst/>
          </a:prstGeom>
          <a:solidFill>
            <a:srgbClr val="5352E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5852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数据导出（PDF/Excel），辅助线下汇报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496</Words>
  <Application>Microsoft Office PowerPoint</Application>
  <PresentationFormat>自定义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jpw Bill</cp:lastModifiedBy>
  <cp:revision>3</cp:revision>
  <dcterms:created xsi:type="dcterms:W3CDTF">2026-05-24T07:43:12Z</dcterms:created>
  <dcterms:modified xsi:type="dcterms:W3CDTF">2026-05-24T07:53:03Z</dcterms:modified>
</cp:coreProperties>
</file>